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JetBrains Mono" panose="020B0604020202020204" charset="0"/>
      <p:regular r:id="rId11"/>
      <p:bold r:id="rId12"/>
      <p:italic r:id="rId13"/>
      <p:boldItalic r:id="rId14"/>
    </p:embeddedFon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0E4BA2-F01F-4E9A-A592-05DB4D53C88E}">
  <a:tblStyle styleId="{840E4BA2-F01F-4E9A-A592-05DB4D53C8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85473" y="1345108"/>
            <a:ext cx="8421052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Mise en place d'un service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MariaDB Sécurisé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85975" y="3219450"/>
            <a:ext cx="8020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PROJET GESTIONSTOCK // R310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85975" y="4126110"/>
            <a:ext cx="80202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Présenté par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Titouan BADOLLE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85974" y="5081150"/>
            <a:ext cx="80200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github.com/</a:t>
            </a:r>
            <a:r>
              <a:rPr lang="en-US" sz="12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Titouan-Badolle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4600" y="5188243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3492549" cy="291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2675"/>
            <a:ext cx="3492549" cy="2910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2675"/>
            <a:ext cx="3492549" cy="29107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94225" y="356235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WampServer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407283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Déploiement local complet (Apache + MariaDB).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572524" y="356235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InnoDB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5074" y="407283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Moteur de stockage garantissant l'intégrité référentielle.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50824" y="3562350"/>
            <a:ext cx="304709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UTF8MB4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23374" y="407283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Encodage universel pour une compatibilité totale.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781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6450" y="27813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749" y="27813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Environnement Technique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1790700"/>
            <a:ext cx="4800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Modélisation</a:t>
            </a:r>
            <a:r>
              <a:rPr lang="en-US" sz="18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&amp; Structure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293590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 "GestionStock"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3314551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 Tables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Produit, TypeProduit, User, Facture.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809851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Volumétrie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40 produits répartis en 5 catégories.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4305151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Relations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Clés étrangères strictes pour éviter les orphelins.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7170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6700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362301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2FB656-BFA6-8A6A-F0CB-09F717CBA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47911"/>
            <a:ext cx="5239653" cy="31621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7107"/>
            <a:ext cx="5334000" cy="246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24707"/>
            <a:ext cx="5334000" cy="276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90600" y="2958107"/>
            <a:ext cx="4760595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Valorisation du Stock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90600" y="3362473"/>
            <a:ext cx="453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Calcul de la valeur financière totale par catégorie.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05600" y="2805707"/>
            <a:ext cx="4760595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Analyse des Prix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705600" y="3210073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Identification des extrêmes (Min/Max) et du produit "Premium".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Logique Métier SQL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10E45A-88E3-0184-82D8-C0A9965AE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302984"/>
            <a:ext cx="5940366" cy="3033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7"/>
          <p:cNvGraphicFramePr/>
          <p:nvPr>
            <p:extLst>
              <p:ext uri="{D42A27DB-BD31-4B8C-83A1-F6EECF244321}">
                <p14:modId xmlns:p14="http://schemas.microsoft.com/office/powerpoint/2010/main" val="2371481261"/>
              </p:ext>
            </p:extLst>
          </p:nvPr>
        </p:nvGraphicFramePr>
        <p:xfrm>
          <a:off x="2252662" y="2417415"/>
          <a:ext cx="7686675" cy="2781300"/>
        </p:xfrm>
        <a:graphic>
          <a:graphicData uri="http://schemas.openxmlformats.org/drawingml/2006/table">
            <a:tbl>
              <a:tblPr firstRow="1" bandRow="1">
                <a:noFill/>
                <a:tableStyleId>{840E4BA2-F01F-4E9A-A592-05DB4D53C88E}</a:tableStyleId>
              </a:tblPr>
              <a:tblGrid>
                <a:gridCol w="139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Utilisateur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Hôte (IP)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Privilèges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Rôle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Admin_tb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localhost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A5B4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ALL PRIVILEGES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Maintenance complète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consultant_tb</a:t>
                      </a:r>
                      <a:endParaRPr b="1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localhost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A5B4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Consultation / Audit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api_serv_tb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127.0.0.1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A5B4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SELECT, INSERT, UPDATE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Application Web (No DROP)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2" name="Google Shape;142;p17"/>
          <p:cNvSpPr/>
          <p:nvPr/>
        </p:nvSpPr>
        <p:spPr>
          <a:xfrm>
            <a:off x="2252662" y="3093690"/>
            <a:ext cx="13906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643312" y="3093690"/>
            <a:ext cx="11334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776787" y="3093690"/>
            <a:ext cx="24955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272337" y="3093690"/>
            <a:ext cx="2667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2252662" y="3803302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643312" y="3803302"/>
            <a:ext cx="1133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776787" y="3803302"/>
            <a:ext cx="24955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7272337" y="3803302"/>
            <a:ext cx="2667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252662" y="4498627"/>
            <a:ext cx="1390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3643312" y="4498627"/>
            <a:ext cx="11334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776787" y="4498627"/>
            <a:ext cx="24955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272337" y="4498627"/>
            <a:ext cx="2667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Stratégie de Sécurité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71500" y="2793355"/>
            <a:ext cx="5550693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Le Test d'Intrusion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4102596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Ce test valide le principe du moindre privilège : impossible de corrompre les données sans autorisation.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159621"/>
            <a:ext cx="52863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 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Tentative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d'INSERT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avec le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'</a:t>
            </a:r>
            <a:r>
              <a:rPr lang="fr-FR" sz="1600" dirty="0">
                <a:solidFill>
                  <a:schemeClr val="bg1">
                    <a:lumMod val="85000"/>
                  </a:schemeClr>
                </a:solidFill>
              </a:rPr>
              <a:t>consultant_tb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'.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3607296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Résultat 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Erreur #1142. Accès refusé par le moteur.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12008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968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Preuve de Concept (Sécurité)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BC3AD8-3677-D926-0B24-A3C05F947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273" y="1842939"/>
            <a:ext cx="4286953" cy="4033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1123950" y="4093666"/>
            <a:ext cx="99441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3224807"/>
            <a:ext cx="2784276" cy="1737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3861" y="3224807"/>
            <a:ext cx="2784276" cy="1737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3773" y="3224807"/>
            <a:ext cx="2784276" cy="173786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1264369" y="3424832"/>
            <a:ext cx="250343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1. Sauvegarde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323975" y="3829198"/>
            <a:ext cx="238422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Dump complet via CLI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4844281" y="3424832"/>
            <a:ext cx="250343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2. Incident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4903886" y="3829198"/>
            <a:ext cx="238422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Perte de données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424192" y="3424832"/>
            <a:ext cx="2503437" cy="21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3. Restauration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483798" y="3829198"/>
            <a:ext cx="238422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Importation du fichier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Plan de Reprise (PRA)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9587" y="3708052"/>
            <a:ext cx="19431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3187" y="3708052"/>
            <a:ext cx="14192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3990736" y="1917352"/>
            <a:ext cx="421052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090987" y="3022252"/>
            <a:ext cx="4010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Base "GestionStock" opérationnelle et sécurisée.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3990736" y="4574827"/>
            <a:ext cx="4210526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Avez-vous des questions ?</a:t>
            </a:r>
            <a:endParaRPr/>
          </a:p>
        </p:txBody>
      </p:sp>
      <p:pic>
        <p:nvPicPr>
          <p:cNvPr id="198" name="Google Shape;19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03102" y="386997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2896" y="3869977"/>
            <a:ext cx="1333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250</Words>
  <Application>Microsoft Office PowerPoint</Application>
  <PresentationFormat>Widescreen</PresentationFormat>
  <Paragraphs>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JetBrains Mono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Titouan Badolle</dc:creator>
  <cp:lastModifiedBy>Titouan Badolle</cp:lastModifiedBy>
  <cp:revision>5</cp:revision>
  <dcterms:modified xsi:type="dcterms:W3CDTF">2026-01-14T18:05:16Z</dcterms:modified>
</cp:coreProperties>
</file>